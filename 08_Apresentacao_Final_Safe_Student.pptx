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92024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STUDENT</a:t>
            </a:r>
            <a:endParaRPr lang="en-US" sz="4300" dirty="0"/>
          </a:p>
        </p:txBody>
      </p:sp>
      <p:sp>
        <p:nvSpPr>
          <p:cNvPr id="4" name="Text 2"/>
          <p:cNvSpPr/>
          <p:nvPr/>
        </p:nvSpPr>
        <p:spPr>
          <a:xfrm>
            <a:off x="713232" y="26700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</a:rPr>
              <a:t>Controle de presença escolar e comunicação família-escola por QR/token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3"/>
                </a:solidFill>
              </a:rPr>
              <a:t>Flavio Gabrig Ferreira • 202323361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6B73"/>
                </a:solidFill>
              </a:rPr>
              <a:t>Richardson Conceição Ferreira • 202323181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6B73"/>
                </a:solidFill>
              </a:rPr>
              <a:t>Gerente do projeto: Richardson Conceição Ferreira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6B73"/>
                </a:solidFill>
              </a:rPr>
              <a:t>Professor(a): Altemar Sales de Oliveira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863840" y="1051560"/>
            <a:ext cx="2834640" cy="2834640"/>
          </a:xfrm>
          <a:prstGeom prst="arc">
            <a:avLst/>
          </a:prstGeom>
          <a:noFill/>
          <a:ln w="114300">
            <a:solidFill>
              <a:srgbClr val="2F6F73">
                <a:alpha val="9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rot="1200000">
            <a:off x="8183880" y="1371600"/>
            <a:ext cx="2194560" cy="2194560"/>
          </a:xfrm>
          <a:prstGeom prst="arc">
            <a:avLst/>
          </a:prstGeom>
          <a:noFill/>
          <a:ln w="114300">
            <a:solidFill>
              <a:srgbClr val="F6C85F">
                <a:alpha val="8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4200000">
            <a:off x="8458200" y="1645920"/>
            <a:ext cx="1600200" cy="1600200"/>
          </a:xfrm>
          <a:prstGeom prst="arc">
            <a:avLst/>
          </a:prstGeom>
          <a:noFill/>
          <a:ln w="114300">
            <a:solidFill>
              <a:srgbClr val="1B2A38">
                <a:alpha val="9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787384" y="21214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73"/>
                </a:solidFill>
              </a:rPr>
              <a:t>V1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0" y="44348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38"/>
                </a:solidFill>
              </a:rPr>
              <a:t>Práticas Extensionistas Integradoras VI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e justificativa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Processos manuais deixam lacunas de rastreabilidade e comunicação em momentos críticos.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337560" cy="40233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48132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Problema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801368"/>
            <a:ext cx="3008376" cy="3419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Ausência de fluxo digital simples para registrar entrada/saída e informar responsáveis em tempo oportuno.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434840" y="1325880"/>
            <a:ext cx="3337560" cy="40233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99432" y="148132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Justificativa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99432" y="1801368"/>
            <a:ext cx="3008376" cy="3419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A solução aplica Engenharia de Software a um problema social concreto, com minimização de dados e foco extensionista.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8183880" y="1325880"/>
            <a:ext cx="3337560" cy="40233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48472" y="148132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Resultado esperado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48472" y="1801368"/>
            <a:ext cx="3008376" cy="3419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MVP para apresentação com presença, notificações, relatórios, comunicação e auditoria.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571500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" y="579729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QR/token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514600" y="571500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78608" y="579729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Sem biometria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51960" y="571500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315968" y="579729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LGPD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989320" y="571500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579729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RBAC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Escopo consolidado do MVP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O escopo final reduz risco e foca no fluxo essencial validável em apresentação.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3898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1. Autenticação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7099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Login por perfil: responsável, portaria e gestão.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3611880" y="1234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76472" y="13898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2. Presença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76472" y="17099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Entrada/saída por token, com validação de sequência.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537960" y="1234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02552" y="13898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3. Notificações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02552" y="17099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Aviso automático ao responsável vinculado.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37360" y="30632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901952" y="32186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4. Relatórios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901952" y="35387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Histórico, indicadores e CSV para apresentação.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28032" y="32186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5. Auditoria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28032" y="35387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Trilha de ações críticas + comunicação.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589520" y="30632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54112" y="3218688"/>
            <a:ext cx="2459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Fora do MVP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54112" y="3538728"/>
            <a:ext cx="245973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Biometria, NFC, catracas, geolocalização e boletim escolar.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Pesquisa, usuários e empatia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Validação acadêmica controlada para orientar aplicação com comunidade escolar.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389888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Responsável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709928"/>
            <a:ext cx="2734056" cy="3739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Quer saber se o aluno chegou/saiu. Dor: mensagens dispersas. Ganho: histórico e notificação clara.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069080" y="123444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33672" y="1389888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Portaria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33672" y="1709928"/>
            <a:ext cx="2734056" cy="3739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Precisa registrar rapidamente no horário de pico. Dor: erro manual. Ganho: token e validação automática.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452360" y="123444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616952" y="1389888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Gestão escolar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16952" y="1709928"/>
            <a:ext cx="2734056" cy="3739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Precisa de relatórios e evidências auditáveis. Dor: dados fragmentados. Ganho: indicadores e auditoria.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5800" y="580644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588873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15 participantes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423160" y="580644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487168" y="588873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Nota média 4,4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160520" y="5806440"/>
            <a:ext cx="1600200" cy="32004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224528" y="5888736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 perfis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Requisitos e rastreabilidade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30 requisitos estruturam o sistema e conectam documentação, MVP e testes.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57276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15 RF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892808"/>
            <a:ext cx="250545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Login, RBAC, cadastro, vínculos, presença, notificações, histórico, relatórios, CSV, mensagens, auditoria e feedback.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0392" y="331012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15 RNF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0392" y="3630168"/>
            <a:ext cx="250545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Usabilidade, acessibilidade, segurança, privacidade, desempenho, compatibilidade, auditabilidade e testabilidade.</a:t>
            </a:r>
            <a:endParaRPr lang="en-US" sz="920" dirty="0"/>
          </a:p>
        </p:txBody>
      </p:sp>
      <p:pic>
        <p:nvPicPr>
          <p:cNvPr id="11" name="Image 0" descr="/mnt/data/Safe_Student_Pacote_Final/assets/diagrama_casos_u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1155" y="1417320"/>
            <a:ext cx="4665330" cy="41605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Modelagem de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UML e modelo relacional garantem coerência entre requisitos, domínio e dados.</a:t>
            </a:r>
            <a:endParaRPr lang="en-US" sz="1050" dirty="0"/>
          </a:p>
        </p:txBody>
      </p:sp>
      <p:pic>
        <p:nvPicPr>
          <p:cNvPr id="5" name="Image 0" descr="/mnt/data/Safe_Student_Pacote_Final/assets/diagrama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00642"/>
            <a:ext cx="5486400" cy="2959636"/>
          </a:xfrm>
          <a:prstGeom prst="rect">
            <a:avLst/>
          </a:prstGeom>
        </p:spPr>
      </p:pic>
      <p:pic>
        <p:nvPicPr>
          <p:cNvPr id="6" name="Image 1" descr="/mnt/data/Safe_Student_Pacote_Final/assets/modelo_relacio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622" y="1417320"/>
            <a:ext cx="4889837" cy="45262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Gerenciamento: tempo, marcos e comunicação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Artefatos gerenciais exigidos pelos templates foram incorporados em um único plano.</a:t>
            </a:r>
            <a:endParaRPr lang="en-US" sz="1050" dirty="0"/>
          </a:p>
        </p:txBody>
      </p:sp>
      <p:pic>
        <p:nvPicPr>
          <p:cNvPr id="5" name="Image 0" descr="/mnt/data/Safe_Student_Pacote_Final/assets/grafico_mar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55880"/>
            <a:ext cx="10881360" cy="523080"/>
          </a:xfrm>
          <a:prstGeom prst="rect">
            <a:avLst/>
          </a:prstGeom>
        </p:spPr>
      </p:pic>
      <p:pic>
        <p:nvPicPr>
          <p:cNvPr id="6" name="Image 1" descr="/mnt/data/Safe_Student_Pacote_Final/assets/mapa_comunicacao_stakehol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386890"/>
            <a:ext cx="5120640" cy="827420"/>
          </a:xfrm>
          <a:prstGeom prst="rect">
            <a:avLst/>
          </a:prstGeom>
        </p:spPr>
      </p:pic>
      <p:pic>
        <p:nvPicPr>
          <p:cNvPr id="7" name="Image 2" descr="/mnt/data/Safe_Student_Pacote_Final/assets/eap_risc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96839"/>
            <a:ext cx="4617720" cy="40752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Riscos e conformidade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A matriz operacional cobre todos os riscos R01-R10 com causa, consequência e resposta.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636776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Riscos críticos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956816"/>
            <a:ext cx="2139696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R01 parceiro, R02 escopo, R03 dados pessoais.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3429000" y="1481328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93592" y="1636776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Mitigação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93592" y="1956816"/>
            <a:ext cx="2139696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Controle de mudanças, minimização de dados e escopo QR/token.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172200" y="1481328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36792" y="1636776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Conformidade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36792" y="1956816"/>
            <a:ext cx="2139696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LGPD, ABNT, WCAG 2.2 e OWASP MASVS como referência.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915400" y="1481328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79992" y="1636776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079992" y="1956816"/>
            <a:ext cx="2139696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Checklist, testes automatizados, inspeção funcional e rastreabilidade.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1005840" y="3337560"/>
            <a:ext cx="102412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800" dirty="0">
                <a:solidFill>
                  <a:srgbClr val="263238"/>
                </a:solidFill>
              </a:rPr>
              <a:t>A validação acadêmica controlada orienta a apresentação; uso real exige autorização institucional.</a:t>
            </a:r>
            <a:endParaRPr lang="en-US" sz="1800" dirty="0"/>
          </a:p>
          <a:p>
            <a:r>
              <a:rPr lang="en-US" sz="1800" dirty="0">
                <a:solidFill>
                  <a:srgbClr val="263238"/>
                </a:solidFill>
              </a:rPr>
              <a:t>O MVP não coleta biometria, não usa geolocalização contínua e não depende de hardware externo.</a:t>
            </a:r>
            <a:endParaRPr lang="en-US" sz="1800" dirty="0"/>
          </a:p>
          <a:p>
            <a:r>
              <a:rPr lang="en-US" sz="1800" dirty="0">
                <a:solidFill>
                  <a:srgbClr val="263238"/>
                </a:solidFill>
              </a:rPr>
              <a:t>A evolução para produção requer banco relacional, HTTPS, backup, retenção e avaliação jurídica.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 web para apresentação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Site completo, responsivo e executável localmente com dados de apresentação.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291840" cy="4069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Como apresentar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956816"/>
            <a:ext cx="2962656" cy="3465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1. npm start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2. Acessar localhost:3000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3. Login como gestor, portaria e responsável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4. Registrar entrada/saída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5. Mostrar notificação, relatório, CSV, mensagens e auditoria.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343400" y="1481328"/>
            <a:ext cx="3291840" cy="4069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0799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Perfis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07992" y="1956816"/>
            <a:ext cx="2962656" cy="3465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Responsável: responsavel@demo.com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Portaria: portaria@demo.com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Gestão: gestor@demo.com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Senha: demo123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Tokens: SS-ALU001 a SS-ALU004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8001000" y="1481328"/>
            <a:ext cx="3291840" cy="4069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6559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Funções do MVP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65592" y="1956816"/>
            <a:ext cx="2962656" cy="3465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Feedback de validação, relatórios, reset da base, painel de privacidade, trilha de auditoria, layout responsivo e testes automatizados.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3"/>
                </a:solidFill>
              </a:rPr>
              <a:t>O Safe Student está consolidado como pacote acadêmico-profissional para apresentação final.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291840" cy="3611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Entregáveis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956816"/>
            <a:ext cx="2962656" cy="3008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Plano unificado, especificação, artigo, testes, pesquisa, auditoria, planilhas, apresentação, MVP, manual e termos.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434840" y="1481328"/>
            <a:ext cx="3291840" cy="3611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9943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Valor técnico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99432" y="1956816"/>
            <a:ext cx="2962656" cy="3008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Requisitos rastreáveis, UML, DER, RBAC, logs, validação de fluxo e minimização de dados.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8183880" y="1481328"/>
            <a:ext cx="3291840" cy="3611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F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48472" y="1636776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F73"/>
                </a:solidFill>
              </a:rPr>
              <a:t>Próxima evolução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48472" y="1956816"/>
            <a:ext cx="2962656" cy="3008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63238"/>
                </a:solidFill>
              </a:rPr>
              <a:t>Piloto institucional autorizado, dados reais somente com governança, infraestrutura segura e validação em campo.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85800" y="57150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F73"/>
                </a:solidFill>
              </a:rPr>
              <a:t>Safe Student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4360" y="6446520"/>
            <a:ext cx="9784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0"/>
                </a:solidFill>
              </a:rPr>
              <a:t>Safe Student • Práticas Extensionistas Integradoras VI • Prof. Altemar Sales de Oliveira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Engenharia de Software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 Student</dc:title>
  <dc:subject>Práticas Extensionistas Integradoras VI</dc:subject>
  <dc:creator>Safe Student</dc:creator>
  <cp:lastModifiedBy>Safe Student</cp:lastModifiedBy>
  <cp:revision>1</cp:revision>
  <dcterms:created xsi:type="dcterms:W3CDTF">2026-08-12T19:01:34Z</dcterms:created>
  <dcterms:modified xsi:type="dcterms:W3CDTF">2026-08-12T19:01:34Z</dcterms:modified>
</cp:coreProperties>
</file>